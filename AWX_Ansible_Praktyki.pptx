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Infrastruktury IT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 + Ansible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praktyk – Intero / CGR.PL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2926080" cy="457200"/>
          </a:xfrm>
          <a:prstGeom prst="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4297680"/>
            <a:ext cx="2194560" cy="457200"/>
          </a:xfrm>
          <a:prstGeom prst="rect">
            <a:avLst>
              <a:gd name="adj" fmla="val 10000"/>
            </a:avLst>
          </a:prstGeom>
          <a:solidFill>
            <a:srgbClr val="1C3A5F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Zespołowy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Ręczna konfiguracja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97280"/>
            <a:ext cx="2651760" cy="201168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417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Servers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" y="25603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serwer skonfigurowany inaczej – brak spójności, niemożliwy audyt.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18688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1097280"/>
            <a:ext cx="2651760" cy="201168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18688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ludzkie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55848" y="25603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Ręczne SSH na setkach maszyn to gwarancja pomyłek i luk bezpieczeństwa.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9904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9904" y="1097280"/>
            <a:ext cx="2651760" cy="201168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14173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9904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Skalowalność = problem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27064" y="25603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nowego serwera lub pracownika zajmuje godziny zamiast sekund.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automatyzacji infrastruktura rośnie szybciej niż możliwości zespołu.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i AWX – fundament automatyzacji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20116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325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Agentless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 wymaga instalacji na serwerach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Komunikacja przez SSH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Pliki YAML (Playbooki)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as Code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Powtarzalność i wersjonowanie (Git)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402336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05840"/>
            <a:ext cx="4023360" cy="20116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258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12064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 / Web Interface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kontrola uprawnień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Harmonogramowanie zadań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Management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i Webhooks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Baza dla Red Hat AAP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15968" y="2816352"/>
            <a:ext cx="5029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2511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Trzy Playbooki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274320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05840"/>
            <a:ext cx="274320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527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Instalacja Nginx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" y="1783080"/>
            <a:ext cx="2596896" cy="1691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84708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Instaluj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state: present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biznesowe: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Błyskawiczne stawianie serwerów WWW i proxy dla kontenerów Docker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5536" y="1005840"/>
            <a:ext cx="274320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1005840"/>
            <a:ext cx="274320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12527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Tworzenie użytkownika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18688" y="1783080"/>
            <a:ext cx="2596896" cy="1691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3282696" y="184708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Dodaj usera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jan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shell: /bin/bash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6976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biznesowe: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36976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onboarding pracowników – dostęp na 100 serwerach w sekundę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74320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05840"/>
            <a:ext cx="2743200" cy="20116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527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Aktualizacja systemu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08192" y="1783080"/>
            <a:ext cx="2596896" cy="1691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84708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Aktualizuj pakiety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upgrade: dist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update_cache: yes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biznesowe: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– bezpieczeństwo bez ręcznego logowania na każdą maszynę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Architektura: Centralny System Orkiestracji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828800" cy="777240"/>
          </a:xfrm>
          <a:prstGeom prst="rect">
            <a:avLst/>
          </a:prstGeom>
          <a:solidFill>
            <a:srgbClr val="24292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/ 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Playbooki (YAML)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1828800" cy="777240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Trigger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1828800" cy="77724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Zammad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743200" cy="2011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78308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0040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Schedule · API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1097280"/>
            <a:ext cx="1828800" cy="777240"/>
          </a:xfrm>
          <a:prstGeom prst="rect">
            <a:avLst/>
          </a:prstGeom>
          <a:solidFill>
            <a:srgbClr val="1A5C3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4088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Serwery Linux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SSH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40880" y="2286000"/>
            <a:ext cx="1828800" cy="777240"/>
          </a:xfrm>
          <a:prstGeom prst="rect">
            <a:avLst/>
          </a:prstGeom>
          <a:solidFill>
            <a:srgbClr val="5A3E8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4088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RKE2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3429000"/>
            <a:ext cx="1828800" cy="777240"/>
          </a:xfrm>
          <a:prstGeom prst="rect">
            <a:avLst/>
          </a:prstGeom>
          <a:solidFill>
            <a:srgbClr val="3D5A8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4088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Mattermost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Powiadomienia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103120" y="148590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267462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03120" y="381762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1485900"/>
            <a:ext cx="10972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0" y="2674620"/>
            <a:ext cx="10972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0" y="3817620"/>
            <a:ext cx="10972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CSOI = Git → AWX → Infrastruktura + Powiadomienia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Killer-Features: Pomysły dla Intero / CGR.PL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4592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618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7190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wykrywa awarię Nginx → AWX automatycznie odpala playbook naprawczy. Zero downtime bez interwencji człowieka.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05840"/>
            <a:ext cx="2743200" cy="164592"/>
          </a:xfrm>
          <a:prstGeom prst="rect">
            <a:avLst/>
          </a:prstGeom>
          <a:solidFill>
            <a:srgbClr val="0DB7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6187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Cleanup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17190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czyszczący nieużywane obrazy i kontenery, odzyskując miejsce na dyskach produkcyjnych.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05840"/>
            <a:ext cx="2743200" cy="164592"/>
          </a:xfrm>
          <a:prstGeom prst="rect">
            <a:avLst/>
          </a:prstGeom>
          <a:solidFill>
            <a:srgbClr val="F6AD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6187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Mattermost Notify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17920" y="17190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wdrożenie generuje automatyczne powiadomienie na kanale zespołu – pełna transparentność.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71800"/>
            <a:ext cx="2743200" cy="164592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2783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RKE2 Node Prep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65760" y="36850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Jednym kliknięciem przygotuj system pod klaster: wyłączenie swap, instalacja modułów kernela, iptables.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971800"/>
            <a:ext cx="2743200" cy="1645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22783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67328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Zammad Onboarding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291840" y="36850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Zamknięcie ticketu 'nowy pracownik' → automatyczne tworzenie konta na wszystkich serwerach.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71800"/>
            <a:ext cx="2743200" cy="164592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27832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Bezpieczeństwa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17920" y="36850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Nocny harmonogram sprawdzający nieautoryzowanych użytkowników i generujący raport dla admina.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eliminuje błędy ludzkie dzięki idempotentnym playbookom YAML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764792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6232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7647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 zapewnia centralną, audytowalną platformę do zarządzania automatyzacją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65760" y="2478024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9464"/>
            <a:ext cx="393192" cy="3931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47802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CSOI łączy Git, Zabbix, Zammad i Mattermost w jeden spójny ekosystem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65760" y="3191256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82696"/>
            <a:ext cx="393192" cy="3931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19125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 nocne harmonogramy redukują obciążenie zespołu IT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365760" y="3904488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95928"/>
            <a:ext cx="393192" cy="3931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90448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pracownika z godzin do sekund – mierzalny zysk biznesowy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3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Dziękujemy! Pytania?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AWX + Ansible – Automatyzacja Infrastruktury IT</dc:title>
  <dc:subject>PptxGenJS Presentation</dc:subject>
  <dc:creator>PptxGenJS</dc:creator>
  <cp:lastModifiedBy>PptxGenJS</cp:lastModifiedBy>
  <cp:revision>1</cp:revision>
  <dcterms:created xsi:type="dcterms:W3CDTF">2026-05-18T13:00:44Z</dcterms:created>
  <dcterms:modified xsi:type="dcterms:W3CDTF">2026-05-18T13:00:44Z</dcterms:modified>
</cp:coreProperties>
</file>