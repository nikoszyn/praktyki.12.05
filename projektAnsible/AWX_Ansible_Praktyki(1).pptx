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462F89-4746-AEC1-D1F9-BE1168E37913}" v="40" dt="2026-05-19T08:16:43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C86AAD-7D3E-4850-9D23-167FAB18F750}" type="datetimeFigureOut">
              <a:t>19.05.2026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D9AF49-826E-42F1-92C1-9A2D5376F4F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852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82296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Automatyzacja Infrastruktury IT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AWX + Ansible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2606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praktyk – Intero / CGR.PL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4297680"/>
            <a:ext cx="292608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297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566160" y="4297680"/>
            <a:ext cx="2802345" cy="457200"/>
          </a:xfrm>
          <a:prstGeom prst="rect">
            <a:avLst/>
          </a:prstGeom>
          <a:solidFill>
            <a:srgbClr val="1C3A5F"/>
          </a:solidFill>
          <a:ln/>
        </p:spPr>
      </p:sp>
      <p:sp>
        <p:nvSpPr>
          <p:cNvPr id="11" name="Text 8"/>
          <p:cNvSpPr/>
          <p:nvPr/>
        </p:nvSpPr>
        <p:spPr>
          <a:xfrm>
            <a:off x="3566160" y="4297680"/>
            <a:ext cx="28023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02C39A"/>
                </a:solidFill>
                <a:ea typeface="Calibri"/>
                <a:cs typeface="Calibri"/>
              </a:rPr>
              <a:t>Nikodem Lentz </a:t>
            </a:r>
            <a:r>
              <a:rPr lang="en-US" sz="1300" b="1" dirty="0" err="1">
                <a:solidFill>
                  <a:srgbClr val="02C39A"/>
                </a:solidFill>
                <a:ea typeface="Calibri"/>
                <a:cs typeface="Calibri"/>
              </a:rPr>
              <a:t>i</a:t>
            </a:r>
            <a:r>
              <a:rPr lang="en-US" sz="1300" b="1" dirty="0">
                <a:solidFill>
                  <a:srgbClr val="02C39A"/>
                </a:solidFill>
                <a:ea typeface="Calibri"/>
                <a:cs typeface="Calibri"/>
              </a:rPr>
              <a:t> Jan Walczak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Ręczna konfiguracja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097280"/>
            <a:ext cx="2651760" cy="201168"/>
          </a:xfrm>
          <a:prstGeom prst="rect">
            <a:avLst/>
          </a:prstGeom>
          <a:solidFill>
            <a:srgbClr val="E53E3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14173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" y="2057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Servers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84632" y="25603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serwer skonfigurowany inaczej – brak spójności, niemożliwy audyt.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18688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18688" y="1097280"/>
            <a:ext cx="2651760" cy="201168"/>
          </a:xfrm>
          <a:prstGeom prst="rect">
            <a:avLst/>
          </a:prstGeom>
          <a:solidFill>
            <a:srgbClr val="DD6B2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14173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18688" y="2057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Błędy ludzkie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355848" y="25603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Ręczne SSH na setkach maszyn to gwarancja pomyłek i luk bezpieczeństwa.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89904" y="109728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89904" y="1097280"/>
            <a:ext cx="2651760" cy="201168"/>
          </a:xfrm>
          <a:prstGeom prst="rect">
            <a:avLst/>
          </a:prstGeom>
          <a:solidFill>
            <a:srgbClr val="805AD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464" y="141732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9904" y="2057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Skalowalność = problem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27064" y="25603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nowego serwera lub pracownika zajmuje godziny zamiast sekund.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automatyzacji infrastruktura rośnie szybciej niż możliwości zespołu.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i AWX – fundament automatyzacji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65760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201168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32588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965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242316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Agentless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nie wymaga instalacji na serwerach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Komunikacja przez SSH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Pliki YAML (Playbooki)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as Code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Powtarzalność i wersjonowanie (Git)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1005840"/>
            <a:ext cx="4023360" cy="365760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005840"/>
            <a:ext cx="4023360" cy="201168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32588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1965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AWX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120640" y="242316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GUI / Web Interface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RBAC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kontrola uprawnień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Harmonogramowanie zadań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Inventory Management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API i Webhooks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Baza dla Red Hat AAP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315968" y="2816352"/>
            <a:ext cx="5029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325112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Trzy Playbooki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05840"/>
            <a:ext cx="2743200" cy="3794760"/>
          </a:xfrm>
          <a:prstGeom prst="rect">
            <a:avLst/>
          </a:prstGeom>
          <a:solidFill>
            <a:srgbClr val="122035"/>
          </a:solidFill>
          <a:ln/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005840"/>
            <a:ext cx="2743200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2527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Instalacja Nginx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" y="1783080"/>
            <a:ext cx="2596896" cy="16916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" y="1847088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hosts: all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become: yes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Instaluj nginx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nginx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state: present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3520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Zastosowanie biznesowe: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3794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Błyskawiczne stawianie serwerów WWW i proxy dla kontenerów Docker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5536" y="1005840"/>
            <a:ext cx="2743200" cy="3794760"/>
          </a:xfrm>
          <a:prstGeom prst="rect">
            <a:avLst/>
          </a:prstGeom>
          <a:solidFill>
            <a:srgbClr val="122035"/>
          </a:solidFill>
          <a:ln/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45536" y="1005840"/>
            <a:ext cx="2743200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3236976" y="12527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Tworzenie użytkownika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18688" y="1783080"/>
            <a:ext cx="2596896" cy="16916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5" name="Text 13"/>
          <p:cNvSpPr/>
          <p:nvPr/>
        </p:nvSpPr>
        <p:spPr>
          <a:xfrm>
            <a:off x="3282696" y="1847088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hosts: all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become: yes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Dodaj usera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jan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shell: /bin/bash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36976" y="3520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Zastosowanie biznesowe: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36976" y="3794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Automatyczny onboarding pracowników – dostęp na 100 serwerach w sekundę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005840"/>
            <a:ext cx="2743200" cy="3794760"/>
          </a:xfrm>
          <a:prstGeom prst="rect">
            <a:avLst/>
          </a:prstGeom>
          <a:solidFill>
            <a:srgbClr val="122035"/>
          </a:solidFill>
          <a:ln/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005840"/>
            <a:ext cx="2743200" cy="20116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2527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Aktualizacja systemu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08192" y="1783080"/>
            <a:ext cx="2596896" cy="16916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1847088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hosts: all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become: yes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Aktualizuj pakiety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upgrade: dist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update_cache: yes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3520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Zastosowanie biznesowe: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3794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management – bezpieczeństwo bez ręcznego logowania na każdą maszynę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Architektura: Centralny System Orkiestracji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828800" cy="777240"/>
          </a:xfrm>
          <a:prstGeom prst="rect">
            <a:avLst/>
          </a:prstGeom>
          <a:solidFill>
            <a:srgbClr val="24292E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/ GitHub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Playbooki (YAML)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2286000"/>
            <a:ext cx="1828800" cy="777240"/>
          </a:xfrm>
          <a:prstGeom prst="rect">
            <a:avLst/>
          </a:prstGeom>
          <a:solidFill>
            <a:srgbClr val="CC000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2286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/ Trigger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3429000"/>
            <a:ext cx="1828800" cy="777240"/>
          </a:xfrm>
          <a:prstGeom prst="rect">
            <a:avLst/>
          </a:prstGeom>
          <a:solidFill>
            <a:srgbClr val="4A90D9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3429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Zammad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System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645920"/>
            <a:ext cx="2743200" cy="2011680"/>
          </a:xfrm>
          <a:prstGeom prst="rect">
            <a:avLst/>
          </a:prstGeom>
          <a:solidFill>
            <a:srgbClr val="028090"/>
          </a:solidFill>
          <a:ln/>
          <a:effectLst>
            <a:outerShdw blurRad="152400" dist="508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78308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20040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AWX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200400" y="2834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1F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1F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· Schedule · API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040880" y="1097280"/>
            <a:ext cx="1828800" cy="777240"/>
          </a:xfrm>
          <a:prstGeom prst="rect">
            <a:avLst/>
          </a:prstGeom>
          <a:solidFill>
            <a:srgbClr val="1A5C3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040880" y="1097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Serwery Linux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Konfiguracja SSH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040880" y="2286000"/>
            <a:ext cx="1828800" cy="777240"/>
          </a:xfrm>
          <a:prstGeom prst="rect">
            <a:avLst/>
          </a:prstGeom>
          <a:solidFill>
            <a:srgbClr val="5A3E8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040880" y="2286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Klaster RKE2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040880" y="3429000"/>
            <a:ext cx="1828800" cy="777240"/>
          </a:xfrm>
          <a:prstGeom prst="rect">
            <a:avLst/>
          </a:prstGeom>
          <a:solidFill>
            <a:srgbClr val="3D5A8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040880" y="3429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Mattermost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Powiadomienia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103120" y="1485900"/>
            <a:ext cx="10972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103120" y="2674620"/>
            <a:ext cx="10972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103120" y="3817620"/>
            <a:ext cx="10972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43600" y="1485900"/>
            <a:ext cx="109728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43600" y="2674620"/>
            <a:ext cx="109728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43600" y="3817620"/>
            <a:ext cx="109728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CSOI = Git → AWX → Infrastruktura + Powiadomienia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Pomysły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dla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Intero</a:t>
            </a: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/ CGR.PL</a:t>
            </a:r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164592"/>
          </a:xfrm>
          <a:prstGeom prst="rect">
            <a:avLst/>
          </a:prstGeom>
          <a:solidFill>
            <a:srgbClr val="E53E3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6187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2618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171907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wykrywa awarię Nginx → AWX automatycznie odpala playbook naprawczy. Zero downtime bez interwencji człowieka.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100584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005840"/>
            <a:ext cx="2743200" cy="164592"/>
          </a:xfrm>
          <a:prstGeom prst="rect">
            <a:avLst/>
          </a:prstGeom>
          <a:solidFill>
            <a:srgbClr val="0DB7E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26187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67328" y="12618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Cleanup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291840" y="171907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czyszczący nieużywane obrazy i kontenery, odzyskując miejsce na dyskach produkcyjnych.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00584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005840"/>
            <a:ext cx="2743200" cy="164592"/>
          </a:xfrm>
          <a:prstGeom prst="rect">
            <a:avLst/>
          </a:prstGeom>
          <a:solidFill>
            <a:srgbClr val="F6AD5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26187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93408" y="12618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Mattermost Notify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17920" y="171907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Każde wdrożenie generuje automatyczne powiadomienie na kanale zespołu – pełna transparentność.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74320" y="29718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4320" y="2971800"/>
            <a:ext cx="2743200" cy="164592"/>
          </a:xfrm>
          <a:prstGeom prst="rect">
            <a:avLst/>
          </a:prstGeom>
          <a:solidFill>
            <a:srgbClr val="805AD5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227832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" y="32278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RKE2 Node Prep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365760" y="368503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Jednym kliknięciem przygotuj system pod klaster: wyłączenie swap, instalacja modułów kernela, iptables.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00400" y="29718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00400" y="2971800"/>
            <a:ext cx="2743200" cy="164592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227832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67328" y="32278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Zammad Onboarding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291840" y="368503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Zamknięcie ticketu 'nowy pracownik' → automatyczne tworzenie konta na wszystkich serwerach.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26480" y="29718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26480" y="2971800"/>
            <a:ext cx="2743200" cy="164592"/>
          </a:xfrm>
          <a:prstGeom prst="rect">
            <a:avLst/>
          </a:prstGeom>
          <a:solidFill>
            <a:srgbClr val="2B6CB0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227832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93408" y="32278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Audyt Bezpieczeństwa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17920" y="368503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Nocny harmonogram sprawdzający nieautoryzowanych użytkowników i generujący raport dla admina.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solidFill>
            <a:srgbClr val="12203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393192" cy="3931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515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eliminuje błędy ludzkie dzięki idempotentnym playbookom YAML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1764792"/>
            <a:ext cx="8412480" cy="594360"/>
          </a:xfrm>
          <a:prstGeom prst="rect">
            <a:avLst/>
          </a:prstGeom>
          <a:solidFill>
            <a:srgbClr val="12203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56232"/>
            <a:ext cx="393192" cy="3931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76479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AWX zapewnia centralną, audytowalną platformę do zarządzania automatyzacją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65760" y="2478024"/>
            <a:ext cx="8412480" cy="594360"/>
          </a:xfrm>
          <a:prstGeom prst="rect">
            <a:avLst/>
          </a:prstGeom>
          <a:solidFill>
            <a:srgbClr val="12203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9464"/>
            <a:ext cx="393192" cy="3931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478024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CSOI łączy Git, Zabbix, Zammad i Mattermost w jeden spójny ekosystem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365760" y="3191256"/>
            <a:ext cx="8412480" cy="594360"/>
          </a:xfrm>
          <a:prstGeom prst="rect">
            <a:avLst/>
          </a:prstGeom>
          <a:solidFill>
            <a:srgbClr val="122035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82696"/>
            <a:ext cx="393192" cy="3931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19125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i nocne harmonogramy redukują obciążenie zespołu IT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365760" y="3904488"/>
            <a:ext cx="8412480" cy="594360"/>
          </a:xfrm>
          <a:prstGeom prst="rect">
            <a:avLst/>
          </a:prstGeom>
          <a:solidFill>
            <a:srgbClr val="122035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95928"/>
            <a:ext cx="393192" cy="39319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390448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pracownika z godzin do sekund – mierzalny zysk biznesowy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2286000" y="4617720"/>
            <a:ext cx="457200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3"/>
          <p:cNvSpPr/>
          <p:nvPr/>
        </p:nvSpPr>
        <p:spPr>
          <a:xfrm>
            <a:off x="2286000" y="46177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Dziękujemy! Pytania?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AWX + Ansible – Automatyzacja Infrastruktury IT</dc:title>
  <dc:subject>PptxGenJS Presentation</dc:subject>
  <dc:creator>PptxGenJS</dc:creator>
  <cp:lastModifiedBy>PptxGenJS</cp:lastModifiedBy>
  <cp:revision>35</cp:revision>
  <dcterms:created xsi:type="dcterms:W3CDTF">2026-05-18T13:00:44Z</dcterms:created>
  <dcterms:modified xsi:type="dcterms:W3CDTF">2026-05-19T08:17:09Z</dcterms:modified>
</cp:coreProperties>
</file>